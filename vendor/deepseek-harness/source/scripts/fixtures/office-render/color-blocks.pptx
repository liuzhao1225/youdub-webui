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5486400" cy="36576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"/>
          <p:cNvSpPr/>
          <p:nvPr/>
        </p:nvSpPr>
        <p:spPr>
          <a:xfrm>
            <a:off x="457200" y="457200"/>
            <a:ext cx="2057400" cy="1371600"/>
          </a:xfrm>
          <a:prstGeom prst="rect">
            <a:avLst/>
          </a:prstGeom>
          <a:solidFill>
            <a:srgbClr val="D73027"/>
          </a:solidFill>
          <a:ln>
            <a:noFill/>
          </a:ln>
        </p:spPr>
      </p:sp>
      <p:sp>
        <p:nvSpPr>
          <p:cNvPr id="3" name="Blue"/>
          <p:cNvSpPr/>
          <p:nvPr/>
        </p:nvSpPr>
        <p:spPr>
          <a:xfrm>
            <a:off x="2971800" y="457200"/>
            <a:ext cx="2057400" cy="1371600"/>
          </a:xfrm>
          <a:prstGeom prst="rect">
            <a:avLst/>
          </a:prstGeom>
          <a:solidFill>
            <a:srgbClr val="236FC2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457200" y="219456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000000"/>
                </a:solidFill>
                <a:latin typeface="Arial"/>
              </a:rPr>
              <a:t>Office render content 123</a:t>
            </a:r>
            <a:endParaRPr lang="en-US"/>
          </a:p>
        </p:txBody>
      </p:sp>
    </p:spTree>
  </p:cSld>
</p:sld>
</file>